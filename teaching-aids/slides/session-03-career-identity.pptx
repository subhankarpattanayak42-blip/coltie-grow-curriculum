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COLTIE GROW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3C5FD"/>
                </a:solidFill>
                <a:latin typeface="Calibri"/>
              </a:defRPr>
            </a:pPr>
            <a:r>
              <a:t>Session 3: Career Identity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  <a:latin typeface="Calibri"/>
              </a:defRPr>
            </a:pPr>
            <a:r>
              <a:t>Holland Code (RIASEC)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3200400" cy="201168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Calibri"/>
              </a:defRPr>
            </a:pPr>
            <a:r>
              <a:t>R - Realistic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377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Hands-on, 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Engineer, pilot, surgeon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645920"/>
            <a:ext cx="3200400" cy="201168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0" y="1828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Calibri"/>
              </a:defRPr>
            </a:pPr>
            <a:r>
              <a:t>I - Investigative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377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Curious, analytical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Data scientist, researcher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645920"/>
            <a:ext cx="3200400" cy="201168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828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Calibri"/>
              </a:defRPr>
            </a:pPr>
            <a:r>
              <a:t>A - Artistic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377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Creative, expressive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926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Designer, writer, musician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931920"/>
            <a:ext cx="3200400" cy="201168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114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Calibri"/>
              </a:defRPr>
            </a:pPr>
            <a:r>
              <a:t>S - Social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663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Helping, teaching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212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Teacher, psychologist, nurse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3931920"/>
            <a:ext cx="3200400" cy="201168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4114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Calibri"/>
              </a:defRPr>
            </a:pPr>
            <a:r>
              <a:t>E - Enterprising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4663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Leading, persuading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5212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Entrepreneur, manager, lawyer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931920"/>
            <a:ext cx="3200400" cy="2011680"/>
          </a:xfrm>
          <a:prstGeom prst="rect">
            <a:avLst/>
          </a:prstGeom>
          <a:solidFill>
            <a:srgbClr val="E8EF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4114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56DB"/>
                </a:solidFill>
                <a:latin typeface="Calibri"/>
              </a:defRPr>
            </a:pPr>
            <a:r>
              <a:t>C - Conventional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6634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alibri"/>
              </a:defRPr>
            </a:pPr>
            <a:r>
              <a:t>Organized, structured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52120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Accountant, banker, analyst</a:t>
            </a:r>
          </a:p>
        </p:txBody>
      </p:sp>
    </p:spTree>
  </p:cSld>
  <p:transition spd="med" advClick="1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Top 10 Work Values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1. Income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2. Stability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3. Creativity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4. Impact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5. Independence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6. Collaboration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7. Prestige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8. Growth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9. Location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  <a:latin typeface="Calibri"/>
              </a:defRPr>
            </a:pPr>
            <a:r>
              <a:t>10.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8288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3C5FD"/>
                </a:solidFill>
                <a:latin typeface="Calibri"/>
              </a:defRPr>
            </a:pPr>
            <a:r>
              <a:t>Your Top 5 + AI Prompt for career ideas</a:t>
            </a:r>
          </a:p>
        </p:txBody>
      </p:sp>
    </p:spTree>
  </p:cSld>
  <p:transition spd="med" advClick="1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