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1: Welcome to AI -- 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AI Literacy &amp; College Admissions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Subhankar Pattanayak &amp; Anuj Sharma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Program Overview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Icebreaker: What would you ask AI?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What Is AI?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AI in the Wild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How Machines Learn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COLTIE Account Setup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4-Week Roadmap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Homework &amp; Wrap-Up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Program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37744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Module 1: AI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Sessions 1-2: AI, LLMs, prompt engineering,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286000"/>
            <a:ext cx="237744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Module 2: Self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2004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Sessions 3-4: Career identity, university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237744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97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A"/>
                </a:solidFill>
                <a:latin typeface="Calibri"/>
              </a:defRPr>
            </a:pPr>
            <a:r>
              <a:t>Module 3: Portfolio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Sessions 5-6: Personal statement, AI toolkit, 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286000"/>
            <a:ext cx="237744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Module 4: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Sessions 7-8: Guest speakers, final presentations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3C5FD"/>
                </a:solidFill>
                <a:latin typeface="Calibri"/>
              </a:defRPr>
            </a:pPr>
            <a:r>
              <a:t>"AI is not magic - pattern recognition at scale."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2004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Narrow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GPS that knows one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548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ChatGPT, Netflix, Siri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0"/>
            <a:ext cx="32004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General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57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Human driver, any road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7548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Does not exist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43200"/>
            <a:ext cx="32004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D97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Superintelligence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Better than every 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7548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Theoretical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AI in the Wild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Instagram/TikTok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Recommendation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Video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Google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Traffic predictions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ChatGPT/Gemini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Large Language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31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Gmail/Outlook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Spam filtering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31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Netflix/Spotify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Content recommendations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How Machines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92608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Millions of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D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292608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Pattern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D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292608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Answering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Key: LLMs = a computer that has read most of the internet and predicts the next word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You'll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Personal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College essay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University Shortlist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8-10 matched schools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60-Second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Your story in your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COLTIE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Permanent academic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31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Literacy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Use AI responsibly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319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Career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63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Data-backed discovery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Guest Speakers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3200400" cy="27432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AI leader in 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286000"/>
            <a:ext cx="3200400" cy="27432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Calibri"/>
              </a:defRPr>
            </a:pPr>
            <a:r>
              <a:t>Capital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AI in fintech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286000"/>
            <a:ext cx="3200400" cy="27432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  <a:latin typeface="Calibri"/>
              </a:defRPr>
            </a:pPr>
            <a:r>
              <a:t>Global Universities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Faculty from top institutions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COLTIE Account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Step 1 - coltie.com/register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Step 2 - Fill profile: name, grade, interests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Step 3 - Upload photo, save profile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Homework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AI Diary: Note every AI interaction for one day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Read: What is AI? Beginner's Guide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Complete your COLTIE profile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Bring your questions to Session 2!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See you next session!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