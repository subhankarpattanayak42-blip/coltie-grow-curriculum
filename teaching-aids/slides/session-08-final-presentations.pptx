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8: Graduation Day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Graduation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Opening Remarks - 4 week recap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Student Presentations - 5 min each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Instructor Reflections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Guest Speaker Closing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Certificate Ceremony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Graduation Photo!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Your Admissions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59669"/>
                </a:solidFill>
                <a:latin typeface="Calibri"/>
              </a:defRPr>
            </a:pPr>
            <a:r>
              <a:t>Personal Statement draft</a:t>
            </a:r>
          </a:p>
          <a:p>
            <a:pPr>
              <a:spcAft>
                <a:spcPts val="800"/>
              </a:spcAft>
              <a:defRPr sz="2200">
                <a:solidFill>
                  <a:srgbClr val="059669"/>
                </a:solidFill>
                <a:latin typeface="Calibri"/>
              </a:defRPr>
            </a:pPr>
            <a:r>
              <a:t>University Shortlist (8-10 schools)</a:t>
            </a:r>
          </a:p>
          <a:p>
            <a:pPr>
              <a:spcAft>
                <a:spcPts val="800"/>
              </a:spcAft>
              <a:defRPr sz="2200">
                <a:solidFill>
                  <a:srgbClr val="059669"/>
                </a:solidFill>
                <a:latin typeface="Calibri"/>
              </a:defRPr>
            </a:pPr>
            <a:r>
              <a:t>60-Second Video Profile</a:t>
            </a:r>
          </a:p>
          <a:p>
            <a:pPr>
              <a:spcAft>
                <a:spcPts val="800"/>
              </a:spcAft>
              <a:defRPr sz="2200">
                <a:solidFill>
                  <a:srgbClr val="059669"/>
                </a:solidFill>
                <a:latin typeface="Calibri"/>
              </a:defRPr>
            </a:pPr>
            <a:r>
              <a:t>COLTIE Profile URL</a:t>
            </a:r>
          </a:p>
          <a:p>
            <a:pPr>
              <a:spcAft>
                <a:spcPts val="800"/>
              </a:spcAft>
              <a:defRPr sz="2200">
                <a:solidFill>
                  <a:srgbClr val="059669"/>
                </a:solidFill>
                <a:latin typeface="Calibri"/>
              </a:defRPr>
            </a:pPr>
            <a:r>
              <a:t>AI Literacy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Congratulations, graduates!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