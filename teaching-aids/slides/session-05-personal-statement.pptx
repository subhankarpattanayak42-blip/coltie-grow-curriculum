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COLTIE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3C5FD"/>
                </a:solidFill>
                <a:latin typeface="Calibri"/>
              </a:defRPr>
            </a:pPr>
            <a:r>
              <a:t>Session 5: Personal Statement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What Admissions Officers Look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1. Voice - Sounds like a real teenager?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2. Insight - What did you learn?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3. Specificity - Concrete details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4. Growth - How did you change?</a:t>
            </a:r>
          </a:p>
          <a:p>
            <a:pPr>
              <a:spcAft>
                <a:spcPts val="800"/>
              </a:spcAft>
              <a:defRPr sz="2200">
                <a:solidFill>
                  <a:srgbClr val="1E293B"/>
                </a:solidFill>
                <a:latin typeface="Calibri"/>
              </a:defRPr>
            </a:pPr>
            <a:r>
              <a:t>5. Curiosity - Are you interesting?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Identity Moments Exercise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 moments that changed how you see yourself: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Challenge - A failure or difficulty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Discovery - Something you love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Connection - A relationship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Perspective Shift - A realization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Choice - A decision that defined you</a:t>
            </a:r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