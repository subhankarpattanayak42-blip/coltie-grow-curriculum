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COLTIE GROW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3C5FD"/>
                </a:solidFill>
                <a:latin typeface="Calibri"/>
              </a:defRPr>
            </a:pPr>
            <a:r>
              <a:t>Session 4: University Research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8-Factor University Rubric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377440" cy="210312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1. Academic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Programs, faculty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45920"/>
            <a:ext cx="2377440" cy="210312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2. Career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3774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Placement, alumni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2377440" cy="210312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3.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City, campus, life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645920"/>
            <a:ext cx="2377440" cy="210312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4.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3774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Tuition, scholarships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06240"/>
            <a:ext cx="2377440" cy="210312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5. Selectivity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Acceptance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4206240"/>
            <a:ext cx="2377440" cy="210312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4389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6. 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9377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Ratio, labs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206240"/>
            <a:ext cx="2377440" cy="210312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389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7.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9377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Visa, orientation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4206240"/>
            <a:ext cx="2377440" cy="210312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4389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Calibri"/>
              </a:defRPr>
            </a:pPr>
            <a:r>
              <a:t>8. Reputation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9377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Rankings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Reach - Match -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3C5FD"/>
                </a:solidFill>
                <a:latin typeface="Calibri"/>
              </a:defRPr>
            </a:pPr>
            <a:r>
              <a:t>Reach (2-3): Below avg - 15-30%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59669"/>
                </a:solidFill>
                <a:latin typeface="Calibri"/>
              </a:defRPr>
            </a:pPr>
            <a:r>
              <a:t>Match (3-4): Aligns with avg - 40-60%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Calibri"/>
              </a:defRPr>
            </a:pPr>
            <a:r>
              <a:t>Safety (3-4): Exceed avg - 70%+</a:t>
            </a:r>
          </a:p>
        </p:txBody>
      </p:sp>
    </p:spTree>
  </p:cSld>
  <p:transition spd="med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