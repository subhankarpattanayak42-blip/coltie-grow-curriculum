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COLTIE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3C5FD"/>
                </a:solidFill>
                <a:latin typeface="Calibri"/>
              </a:defRPr>
            </a:pPr>
            <a:r>
              <a:t>Session 7: Guest Speakers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Guest Speaker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Guest Keynote from AI industry leader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Student Q&amp;A with guest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Portfolio walkthrough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Guest feedback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Final presentation prep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Final Presentation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 min: Who you were before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 min: What you built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 min: What you learned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 min: What is next</a:t>
            </a:r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