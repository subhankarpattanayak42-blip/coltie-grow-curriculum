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COLTIE GROW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93C5FD"/>
                </a:solidFill>
                <a:latin typeface="Calibri"/>
              </a:defRPr>
            </a:pPr>
            <a:r>
              <a:t>Session 6: No-Code AI Toolkit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56DB"/>
                </a:solidFill>
                <a:latin typeface="Calibri"/>
              </a:defRPr>
            </a:pPr>
            <a:r>
              <a:t>No-Code AI Tools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3200400" cy="1828800"/>
          </a:xfrm>
          <a:prstGeom prst="rect">
            <a:avLst/>
          </a:prstGeom>
          <a:solidFill>
            <a:srgbClr val="E8E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9202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56DB"/>
                </a:solidFill>
                <a:latin typeface="Calibri"/>
              </a:defRPr>
            </a:pPr>
            <a:r>
              <a:t>Canva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56032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Visual design, slides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1645920"/>
            <a:ext cx="3200400" cy="1828800"/>
          </a:xfrm>
          <a:prstGeom prst="rect">
            <a:avLst/>
          </a:prstGeom>
          <a:solidFill>
            <a:srgbClr val="E8E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0" y="19202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56DB"/>
                </a:solidFill>
                <a:latin typeface="Calibri"/>
              </a:defRPr>
            </a:pPr>
            <a:r>
              <a:t>Perplexity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256032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Research + citations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645920"/>
            <a:ext cx="3200400" cy="1828800"/>
          </a:xfrm>
          <a:prstGeom prst="rect">
            <a:avLst/>
          </a:prstGeom>
          <a:solidFill>
            <a:srgbClr val="E8E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19202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56DB"/>
                </a:solidFill>
                <a:latin typeface="Calibri"/>
              </a:defRPr>
            </a:pPr>
            <a:r>
              <a:t>NotebookLM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256032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Document analysis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931920"/>
            <a:ext cx="3200400" cy="1828800"/>
          </a:xfrm>
          <a:prstGeom prst="rect">
            <a:avLst/>
          </a:prstGeom>
          <a:solidFill>
            <a:srgbClr val="E8E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2062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56DB"/>
                </a:solidFill>
                <a:latin typeface="Calibri"/>
              </a:defRPr>
            </a:pPr>
            <a:r>
              <a:t>Gamma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84632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AI presentations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3931920"/>
            <a:ext cx="3200400" cy="1828800"/>
          </a:xfrm>
          <a:prstGeom prst="rect">
            <a:avLst/>
          </a:prstGeom>
          <a:solidFill>
            <a:srgbClr val="E8E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42062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56DB"/>
                </a:solidFill>
                <a:latin typeface="Calibri"/>
              </a:defRPr>
            </a:pPr>
            <a:r>
              <a:t>ChatGPT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484632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Writing partner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3931920"/>
            <a:ext cx="3200400" cy="1828800"/>
          </a:xfrm>
          <a:prstGeom prst="rect">
            <a:avLst/>
          </a:prstGeom>
          <a:solidFill>
            <a:srgbClr val="E8E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42062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56DB"/>
                </a:solidFill>
                <a:latin typeface="Calibri"/>
              </a:defRPr>
            </a:pPr>
            <a:r>
              <a:t>Otter.ai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484632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Transcription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60-Second Video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3C5FD"/>
                </a:solidFill>
                <a:latin typeface="Calibri"/>
              </a:defRPr>
            </a:pPr>
            <a:r>
              <a:t>0-10s: Hook - Name + surprising 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59669"/>
                </a:solidFill>
                <a:latin typeface="Calibri"/>
              </a:defRPr>
            </a:pPr>
            <a:r>
              <a:t>10-25s: Who you are - Interests,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3C5FD"/>
                </a:solidFill>
                <a:latin typeface="Calibri"/>
              </a:defRPr>
            </a:pPr>
            <a:r>
              <a:t>25-45s: Career, university goals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59669"/>
                </a:solidFill>
                <a:latin typeface="Calibri"/>
              </a:defRPr>
            </a:pPr>
            <a:r>
              <a:t>45-55s: Why COLTIE GROW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4748B"/>
                </a:solidFill>
                <a:latin typeface="Calibri"/>
              </a:defRPr>
            </a:pPr>
            <a:r>
              <a:t>55-60s: Close + COLTIE URL</a:t>
            </a:r>
          </a:p>
        </p:txBody>
      </p:sp>
    </p:spTree>
  </p:cSld>
  <p:transition spd="med" advClick="1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