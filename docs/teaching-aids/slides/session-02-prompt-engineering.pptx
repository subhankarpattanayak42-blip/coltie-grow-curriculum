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2: Prompt Engineering &amp; AI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Subhankar Pattanayak &amp; Anuj Sharma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COSTAR Prompt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20040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C -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What is the background?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45920"/>
            <a:ext cx="320040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O -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What do you want the AI to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20040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S -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6517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What format/writing style?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89120"/>
            <a:ext cx="320040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T - 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Formal, casual, persuasive?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389120"/>
            <a:ext cx="320040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A - 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394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Who is this for?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389120"/>
            <a:ext cx="3200400" cy="22860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Calibri"/>
              </a:defRPr>
            </a:pPr>
            <a:r>
              <a:t>R -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394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What format should output take?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Bad vs Good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Bad: "Write about climate change"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Good: "I am a 10th grader writing a persuasive essay. Write a 300-word opening arguing that individual climate action matters. Use a confident tone. Include one statistic from a credible source."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AI Ethics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1. Would my teacher approve?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2. Did I do the thinking first?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3. Did I verify the facts?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4. Is this my voice?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5. Did I disclose?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